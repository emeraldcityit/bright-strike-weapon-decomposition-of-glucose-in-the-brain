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5620" autoAdjust="0"/>
    <p:restoredTop sz="94689" autoAdjust="0"/>
  </p:normalViewPr>
  <p:slideViewPr>
    <p:cSldViewPr>
      <p:cViewPr varScale="1">
        <p:scale>
          <a:sx n="80" d="100"/>
          <a:sy n="80" d="100"/>
        </p:scale>
        <p:origin x="-2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FCBA7-2F40-4BD4-A8CA-9365FE49A147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18048-31BF-43D6-A353-AB59CBF7F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2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9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3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09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9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3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5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0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5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B29B0-5215-4A37-BC0F-ACB388A9F8E0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880EC-9C4E-4A16-9F64-E959C177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5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3922819" y="1295400"/>
            <a:ext cx="4535381" cy="4953000"/>
            <a:chOff x="3922819" y="1295400"/>
            <a:chExt cx="4535381" cy="4953000"/>
          </a:xfrm>
        </p:grpSpPr>
        <p:sp>
          <p:nvSpPr>
            <p:cNvPr id="15" name="Flowchart: Manual Input 14"/>
            <p:cNvSpPr/>
            <p:nvPr/>
          </p:nvSpPr>
          <p:spPr>
            <a:xfrm rot="5651096" flipV="1">
              <a:off x="3641278" y="3645144"/>
              <a:ext cx="1020284" cy="457201"/>
            </a:xfrm>
            <a:prstGeom prst="flowChartManualInpu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4114800" y="1295400"/>
              <a:ext cx="4343400" cy="495300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hord 11"/>
            <p:cNvSpPr/>
            <p:nvPr/>
          </p:nvSpPr>
          <p:spPr>
            <a:xfrm rot="1266428">
              <a:off x="3987415" y="2783558"/>
              <a:ext cx="762000" cy="757481"/>
            </a:xfrm>
            <a:prstGeom prst="chor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995802" y="2935958"/>
              <a:ext cx="234645" cy="4526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002587" y="3047999"/>
              <a:ext cx="76200" cy="2286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ie 15"/>
            <p:cNvSpPr/>
            <p:nvPr/>
          </p:nvSpPr>
          <p:spPr>
            <a:xfrm rot="13446877">
              <a:off x="4210239" y="4937548"/>
              <a:ext cx="609600" cy="533400"/>
            </a:xfrm>
            <a:prstGeom prst="pi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Cloud 5"/>
          <p:cNvSpPr/>
          <p:nvPr/>
        </p:nvSpPr>
        <p:spPr>
          <a:xfrm rot="20914768" flipV="1">
            <a:off x="4590969" y="1548613"/>
            <a:ext cx="3429000" cy="2590800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533400" y="2590800"/>
            <a:ext cx="609600" cy="3429000"/>
            <a:chOff x="533400" y="2590800"/>
            <a:chExt cx="609600" cy="3429000"/>
          </a:xfrm>
        </p:grpSpPr>
        <p:sp>
          <p:nvSpPr>
            <p:cNvPr id="7" name="Rounded Rectangle 6"/>
            <p:cNvSpPr/>
            <p:nvPr/>
          </p:nvSpPr>
          <p:spPr>
            <a:xfrm>
              <a:off x="533400" y="2590800"/>
              <a:ext cx="609600" cy="342900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38200" y="2828437"/>
              <a:ext cx="304800" cy="2957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Explosion 1 8"/>
          <p:cNvSpPr/>
          <p:nvPr/>
        </p:nvSpPr>
        <p:spPr>
          <a:xfrm rot="20355813">
            <a:off x="1134584" y="2557217"/>
            <a:ext cx="1752600" cy="1133963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3124200" y="2976318"/>
            <a:ext cx="762000" cy="371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ightning Bolt 18"/>
          <p:cNvSpPr/>
          <p:nvPr/>
        </p:nvSpPr>
        <p:spPr>
          <a:xfrm>
            <a:off x="4550529" y="1572703"/>
            <a:ext cx="745168" cy="12192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0" name="Lightning Bolt 19"/>
          <p:cNvSpPr/>
          <p:nvPr/>
        </p:nvSpPr>
        <p:spPr>
          <a:xfrm rot="2166828">
            <a:off x="5697900" y="1013042"/>
            <a:ext cx="745168" cy="12192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2" name="Cloud 21"/>
          <p:cNvSpPr/>
          <p:nvPr/>
        </p:nvSpPr>
        <p:spPr>
          <a:xfrm>
            <a:off x="5410200" y="2395369"/>
            <a:ext cx="533400" cy="45719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loud 22"/>
          <p:cNvSpPr/>
          <p:nvPr/>
        </p:nvSpPr>
        <p:spPr>
          <a:xfrm rot="4551117">
            <a:off x="6394106" y="2101773"/>
            <a:ext cx="533400" cy="69352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loud 23"/>
          <p:cNvSpPr/>
          <p:nvPr/>
        </p:nvSpPr>
        <p:spPr>
          <a:xfrm rot="18138504">
            <a:off x="6873800" y="3090618"/>
            <a:ext cx="759912" cy="37196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loud 24"/>
          <p:cNvSpPr/>
          <p:nvPr/>
        </p:nvSpPr>
        <p:spPr>
          <a:xfrm rot="5134856">
            <a:off x="6052622" y="3032746"/>
            <a:ext cx="380014" cy="34064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loud 25"/>
          <p:cNvSpPr/>
          <p:nvPr/>
        </p:nvSpPr>
        <p:spPr>
          <a:xfrm rot="1923877">
            <a:off x="5196644" y="3375702"/>
            <a:ext cx="688751" cy="34064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ine Callout 2 (No Border) 31"/>
          <p:cNvSpPr/>
          <p:nvPr/>
        </p:nvSpPr>
        <p:spPr>
          <a:xfrm>
            <a:off x="2777608" y="1886793"/>
            <a:ext cx="1553227" cy="533399"/>
          </a:xfrm>
          <a:prstGeom prst="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777608" y="1896972"/>
            <a:ext cx="1553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Intense Emitted Frequency</a:t>
            </a:r>
            <a:endParaRPr lang="en-US" sz="1400" dirty="0"/>
          </a:p>
        </p:txBody>
      </p:sp>
      <p:sp>
        <p:nvSpPr>
          <p:cNvPr id="34" name="Line Callout 2 (No Border) 33"/>
          <p:cNvSpPr/>
          <p:nvPr/>
        </p:nvSpPr>
        <p:spPr>
          <a:xfrm flipV="1">
            <a:off x="6419158" y="4444859"/>
            <a:ext cx="1652039" cy="102608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6009"/>
              <a:gd name="adj6" fmla="val -47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419158" y="4463844"/>
            <a:ext cx="16441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Glucose</a:t>
            </a:r>
            <a:r>
              <a:rPr lang="en-US" sz="1400" dirty="0" smtClean="0"/>
              <a:t> Accumulations in Active Areas of Brain</a:t>
            </a:r>
            <a:endParaRPr lang="en-US" sz="1400" dirty="0"/>
          </a:p>
        </p:txBody>
      </p:sp>
      <p:sp>
        <p:nvSpPr>
          <p:cNvPr id="36" name="Line Callout 2 (No Border) 35"/>
          <p:cNvSpPr/>
          <p:nvPr/>
        </p:nvSpPr>
        <p:spPr>
          <a:xfrm>
            <a:off x="7062239" y="380999"/>
            <a:ext cx="1852224" cy="990601"/>
          </a:xfrm>
          <a:prstGeom prst="callout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062239" y="399245"/>
            <a:ext cx="1852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Endothermic energy </a:t>
            </a:r>
          </a:p>
          <a:p>
            <a:pPr algn="ctr"/>
            <a:r>
              <a:rPr lang="en-US" sz="1200" dirty="0" smtClean="0"/>
              <a:t>delivered through optic nerve / Visual Cortex</a:t>
            </a:r>
            <a:endParaRPr lang="en-US" sz="1200" dirty="0"/>
          </a:p>
        </p:txBody>
      </p:sp>
      <p:sp>
        <p:nvSpPr>
          <p:cNvPr id="21" name="Lightning Bolt 20"/>
          <p:cNvSpPr/>
          <p:nvPr/>
        </p:nvSpPr>
        <p:spPr>
          <a:xfrm rot="3333749">
            <a:off x="7071646" y="1277193"/>
            <a:ext cx="745168" cy="121920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1369" y="137635"/>
            <a:ext cx="606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Diagram Of A Bright Strike Attack</a:t>
            </a:r>
            <a:endParaRPr lang="en-US" sz="2800" b="1" dirty="0"/>
          </a:p>
        </p:txBody>
      </p:sp>
      <p:sp>
        <p:nvSpPr>
          <p:cNvPr id="41" name="Oval 40"/>
          <p:cNvSpPr/>
          <p:nvPr/>
        </p:nvSpPr>
        <p:spPr>
          <a:xfrm>
            <a:off x="165842" y="3652831"/>
            <a:ext cx="519958" cy="1147769"/>
          </a:xfrm>
          <a:prstGeom prst="ellipse">
            <a:avLst/>
          </a:prstGeom>
          <a:solidFill>
            <a:srgbClr val="FFCC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-214259" y="4114800"/>
            <a:ext cx="2029616" cy="2438400"/>
            <a:chOff x="-214259" y="4114800"/>
            <a:chExt cx="2029616" cy="2438400"/>
          </a:xfrm>
        </p:grpSpPr>
        <p:sp>
          <p:nvSpPr>
            <p:cNvPr id="40" name="Oval 39"/>
            <p:cNvSpPr/>
            <p:nvPr/>
          </p:nvSpPr>
          <p:spPr>
            <a:xfrm>
              <a:off x="165842" y="4114800"/>
              <a:ext cx="1649515" cy="2438400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-214259" y="4452337"/>
              <a:ext cx="685800" cy="20131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Line Callout 2 (No Border) 29"/>
          <p:cNvSpPr/>
          <p:nvPr/>
        </p:nvSpPr>
        <p:spPr>
          <a:xfrm>
            <a:off x="1447461" y="1234773"/>
            <a:ext cx="1553227" cy="533399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9643"/>
              <a:gd name="adj6" fmla="val -437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433892" y="1288325"/>
            <a:ext cx="1553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“Orion Module”</a:t>
            </a:r>
            <a:endParaRPr lang="en-US" sz="1400" dirty="0"/>
          </a:p>
        </p:txBody>
      </p:sp>
      <p:sp>
        <p:nvSpPr>
          <p:cNvPr id="44" name="Explosion 2 43"/>
          <p:cNvSpPr/>
          <p:nvPr/>
        </p:nvSpPr>
        <p:spPr>
          <a:xfrm>
            <a:off x="5410200" y="2283675"/>
            <a:ext cx="647974" cy="572389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Explosion 2 44"/>
          <p:cNvSpPr/>
          <p:nvPr/>
        </p:nvSpPr>
        <p:spPr>
          <a:xfrm rot="4044628">
            <a:off x="6379626" y="2041503"/>
            <a:ext cx="807856" cy="83564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xplosion 2 45"/>
          <p:cNvSpPr/>
          <p:nvPr/>
        </p:nvSpPr>
        <p:spPr>
          <a:xfrm rot="20858053">
            <a:off x="6045190" y="2922316"/>
            <a:ext cx="482619" cy="56150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xplosion 2 46"/>
          <p:cNvSpPr/>
          <p:nvPr/>
        </p:nvSpPr>
        <p:spPr>
          <a:xfrm rot="17125568">
            <a:off x="5144286" y="3178022"/>
            <a:ext cx="732345" cy="670228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xplosion 2 47"/>
          <p:cNvSpPr/>
          <p:nvPr/>
        </p:nvSpPr>
        <p:spPr>
          <a:xfrm rot="19094860">
            <a:off x="6907066" y="2858779"/>
            <a:ext cx="807856" cy="83564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6419158" y="4452337"/>
            <a:ext cx="16441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Acidic Pockets </a:t>
            </a:r>
            <a:r>
              <a:rPr lang="en-US" sz="1400" dirty="0" smtClean="0"/>
              <a:t>from rapid decomposition of Glucose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45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000"/>
                            </p:stCondLst>
                            <p:childTnLst>
                              <p:par>
                                <p:cTn id="1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500"/>
                            </p:stCondLst>
                            <p:childTnLst>
                              <p:par>
                                <p:cTn id="1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9" grpId="0" animBg="1"/>
      <p:bldP spid="20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32" grpId="0" animBg="1"/>
      <p:bldP spid="33" grpId="0"/>
      <p:bldP spid="34" grpId="0" animBg="1"/>
      <p:bldP spid="35" grpId="0"/>
      <p:bldP spid="35" grpId="1"/>
      <p:bldP spid="36" grpId="0" animBg="1"/>
      <p:bldP spid="38" grpId="0"/>
      <p:bldP spid="21" grpId="0" animBg="1"/>
      <p:bldP spid="41" grpId="0" animBg="1"/>
      <p:bldP spid="30" grpId="0" animBg="1"/>
      <p:bldP spid="31" grpId="0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4350">
            <a:off x="5796116" y="1234034"/>
            <a:ext cx="1572483" cy="1194599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46734" flipH="1">
            <a:off x="4017526" y="1303817"/>
            <a:ext cx="1700723" cy="1194599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4350">
            <a:off x="1993095" y="1452395"/>
            <a:ext cx="1572483" cy="1194599"/>
          </a:xfrm>
          <a:prstGeom prst="rect">
            <a:avLst/>
          </a:prstGeom>
        </p:spPr>
      </p:pic>
      <p:sp>
        <p:nvSpPr>
          <p:cNvPr id="5" name="Flowchart: Punched Tape 4"/>
          <p:cNvSpPr/>
          <p:nvPr/>
        </p:nvSpPr>
        <p:spPr>
          <a:xfrm>
            <a:off x="1805360" y="3506493"/>
            <a:ext cx="5791200" cy="1447800"/>
          </a:xfrm>
          <a:prstGeom prst="flowChartPunchedTap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gular Pentagon 5"/>
          <p:cNvSpPr/>
          <p:nvPr/>
        </p:nvSpPr>
        <p:spPr>
          <a:xfrm>
            <a:off x="2414960" y="3658893"/>
            <a:ext cx="609600" cy="304800"/>
          </a:xfrm>
          <a:prstGeom prst="pentag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gular Pentagon 6"/>
          <p:cNvSpPr/>
          <p:nvPr/>
        </p:nvSpPr>
        <p:spPr>
          <a:xfrm rot="20796017">
            <a:off x="4386850" y="3494506"/>
            <a:ext cx="609600" cy="376851"/>
          </a:xfrm>
          <a:prstGeom prst="pentag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6072560" y="3352800"/>
            <a:ext cx="609600" cy="381000"/>
          </a:xfrm>
          <a:prstGeom prst="pentag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7-Point Star 2"/>
          <p:cNvSpPr/>
          <p:nvPr/>
        </p:nvSpPr>
        <p:spPr>
          <a:xfrm rot="7478202">
            <a:off x="2429620" y="3590015"/>
            <a:ext cx="580279" cy="424104"/>
          </a:xfrm>
          <a:prstGeom prst="star7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7-Point Star 71"/>
          <p:cNvSpPr/>
          <p:nvPr/>
        </p:nvSpPr>
        <p:spPr>
          <a:xfrm rot="907176">
            <a:off x="4387176" y="3452886"/>
            <a:ext cx="580279" cy="424104"/>
          </a:xfrm>
          <a:prstGeom prst="star7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7-Point Star 72"/>
          <p:cNvSpPr/>
          <p:nvPr/>
        </p:nvSpPr>
        <p:spPr>
          <a:xfrm rot="19745672">
            <a:off x="6060301" y="3304142"/>
            <a:ext cx="580279" cy="424104"/>
          </a:xfrm>
          <a:prstGeom prst="star7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ardrop 8"/>
          <p:cNvSpPr/>
          <p:nvPr/>
        </p:nvSpPr>
        <p:spPr>
          <a:xfrm rot="18461144">
            <a:off x="2597503" y="3607341"/>
            <a:ext cx="244516" cy="255504"/>
          </a:xfrm>
          <a:prstGeom prst="teardrop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ardrop 9"/>
          <p:cNvSpPr/>
          <p:nvPr/>
        </p:nvSpPr>
        <p:spPr>
          <a:xfrm rot="18461144">
            <a:off x="4578702" y="3476099"/>
            <a:ext cx="244516" cy="255504"/>
          </a:xfrm>
          <a:prstGeom prst="teardrop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ardrop 10"/>
          <p:cNvSpPr/>
          <p:nvPr/>
        </p:nvSpPr>
        <p:spPr>
          <a:xfrm rot="18461144">
            <a:off x="6255102" y="3354997"/>
            <a:ext cx="244516" cy="255504"/>
          </a:xfrm>
          <a:prstGeom prst="teardrop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ardrop 73"/>
          <p:cNvSpPr/>
          <p:nvPr/>
        </p:nvSpPr>
        <p:spPr>
          <a:xfrm rot="18461144">
            <a:off x="2603092" y="3611238"/>
            <a:ext cx="244516" cy="255504"/>
          </a:xfrm>
          <a:prstGeom prst="teardrop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ardrop 74"/>
          <p:cNvSpPr/>
          <p:nvPr/>
        </p:nvSpPr>
        <p:spPr>
          <a:xfrm rot="18461144">
            <a:off x="4584291" y="3479996"/>
            <a:ext cx="244516" cy="255504"/>
          </a:xfrm>
          <a:prstGeom prst="teardrop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ardrop 75"/>
          <p:cNvSpPr/>
          <p:nvPr/>
        </p:nvSpPr>
        <p:spPr>
          <a:xfrm rot="18461144">
            <a:off x="6260691" y="3358894"/>
            <a:ext cx="244516" cy="255504"/>
          </a:xfrm>
          <a:prstGeom prst="teardrop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7734946" y="3963693"/>
            <a:ext cx="1371600" cy="61482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/>
          <p:cNvSpPr/>
          <p:nvPr/>
        </p:nvSpPr>
        <p:spPr>
          <a:xfrm>
            <a:off x="1995859" y="4038600"/>
            <a:ext cx="2643560" cy="7239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loud 31"/>
          <p:cNvSpPr/>
          <p:nvPr/>
        </p:nvSpPr>
        <p:spPr>
          <a:xfrm rot="11014669">
            <a:off x="5461528" y="3829513"/>
            <a:ext cx="2060264" cy="76037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loud 30"/>
          <p:cNvSpPr/>
          <p:nvPr/>
        </p:nvSpPr>
        <p:spPr>
          <a:xfrm rot="10555405">
            <a:off x="3744992" y="3868443"/>
            <a:ext cx="2643560" cy="7239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>
            <a:off x="304800" y="4038600"/>
            <a:ext cx="1371600" cy="61482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 rot="16468263">
            <a:off x="2067916" y="2902157"/>
            <a:ext cx="1242640" cy="172381"/>
            <a:chOff x="2719760" y="2570819"/>
            <a:chExt cx="1242640" cy="172381"/>
          </a:xfrm>
        </p:grpSpPr>
        <p:sp>
          <p:nvSpPr>
            <p:cNvPr id="2" name="Oval 1"/>
            <p:cNvSpPr/>
            <p:nvPr/>
          </p:nvSpPr>
          <p:spPr>
            <a:xfrm>
              <a:off x="2719760" y="2667000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 rot="21256730">
              <a:off x="2971800" y="2667000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 rot="21241674">
              <a:off x="3200400" y="2651350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rot="21010129">
              <a:off x="3429000" y="2616263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 rot="21140256">
              <a:off x="3657600" y="2570819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 rot="16663895">
            <a:off x="4186672" y="2745613"/>
            <a:ext cx="1242640" cy="224716"/>
            <a:chOff x="4578170" y="2270349"/>
            <a:chExt cx="1242640" cy="224716"/>
          </a:xfrm>
        </p:grpSpPr>
        <p:sp>
          <p:nvSpPr>
            <p:cNvPr id="39" name="Oval 38"/>
            <p:cNvSpPr/>
            <p:nvPr/>
          </p:nvSpPr>
          <p:spPr>
            <a:xfrm>
              <a:off x="4578170" y="2285999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 rot="21256730">
              <a:off x="4830210" y="2285999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 rot="356035">
              <a:off x="5058810" y="2270349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 rot="728672">
              <a:off x="5287410" y="2330990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 rot="449252">
              <a:off x="5516010" y="2418865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 rot="16942544">
            <a:off x="5827121" y="2632087"/>
            <a:ext cx="1242640" cy="232931"/>
            <a:chOff x="2719760" y="2570819"/>
            <a:chExt cx="1242640" cy="232931"/>
          </a:xfrm>
        </p:grpSpPr>
        <p:sp>
          <p:nvSpPr>
            <p:cNvPr id="45" name="Oval 44"/>
            <p:cNvSpPr/>
            <p:nvPr/>
          </p:nvSpPr>
          <p:spPr>
            <a:xfrm>
              <a:off x="2719760" y="2667000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 rot="588867">
              <a:off x="2967535" y="2692421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 rot="21241674">
              <a:off x="3200400" y="2727550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 rot="20205005">
              <a:off x="3429000" y="2647865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 rot="21140256">
              <a:off x="3657600" y="2570819"/>
              <a:ext cx="304800" cy="762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 rot="16468263">
            <a:off x="2078153" y="2919049"/>
            <a:ext cx="1242640" cy="172381"/>
            <a:chOff x="2719760" y="2570819"/>
            <a:chExt cx="1242640" cy="172381"/>
          </a:xfrm>
          <a:solidFill>
            <a:schemeClr val="bg2">
              <a:lumMod val="25000"/>
            </a:schemeClr>
          </a:solidFill>
        </p:grpSpPr>
        <p:sp>
          <p:nvSpPr>
            <p:cNvPr id="78" name="Oval 77"/>
            <p:cNvSpPr/>
            <p:nvPr/>
          </p:nvSpPr>
          <p:spPr>
            <a:xfrm>
              <a:off x="2719760" y="2667000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 rot="21256730">
              <a:off x="2971800" y="2667000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 rot="21241674">
              <a:off x="3200400" y="2651350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 rot="21010129">
              <a:off x="3429000" y="2616263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 rot="21140256">
              <a:off x="3657600" y="2570819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/>
          <p:nvPr/>
        </p:nvGrpSpPr>
        <p:grpSpPr>
          <a:xfrm rot="16663895">
            <a:off x="4196909" y="2762505"/>
            <a:ext cx="1242640" cy="224716"/>
            <a:chOff x="4578170" y="2270349"/>
            <a:chExt cx="1242640" cy="224716"/>
          </a:xfrm>
          <a:solidFill>
            <a:schemeClr val="bg2">
              <a:lumMod val="25000"/>
            </a:schemeClr>
          </a:solidFill>
        </p:grpSpPr>
        <p:sp>
          <p:nvSpPr>
            <p:cNvPr id="84" name="Oval 83"/>
            <p:cNvSpPr/>
            <p:nvPr/>
          </p:nvSpPr>
          <p:spPr>
            <a:xfrm>
              <a:off x="4578170" y="2285999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 rot="21256730">
              <a:off x="4830210" y="2285999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 rot="356035">
              <a:off x="5058810" y="2270349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 rot="728672">
              <a:off x="5287410" y="2330990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 rot="449252">
              <a:off x="5516010" y="2418865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/>
          <p:cNvGrpSpPr/>
          <p:nvPr/>
        </p:nvGrpSpPr>
        <p:grpSpPr>
          <a:xfrm rot="16942544">
            <a:off x="5837358" y="2648979"/>
            <a:ext cx="1242640" cy="232931"/>
            <a:chOff x="2719760" y="2570819"/>
            <a:chExt cx="1242640" cy="232931"/>
          </a:xfrm>
          <a:solidFill>
            <a:schemeClr val="bg2">
              <a:lumMod val="25000"/>
            </a:schemeClr>
          </a:solidFill>
        </p:grpSpPr>
        <p:sp>
          <p:nvSpPr>
            <p:cNvPr id="90" name="Oval 89"/>
            <p:cNvSpPr/>
            <p:nvPr/>
          </p:nvSpPr>
          <p:spPr>
            <a:xfrm>
              <a:off x="2719760" y="2667000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 rot="588867">
              <a:off x="2967535" y="2692421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 rot="21241674">
              <a:off x="3200400" y="2727550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>
            <a:xfrm rot="20205005">
              <a:off x="3429000" y="2647865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 rot="21140256">
              <a:off x="3657600" y="2570819"/>
              <a:ext cx="304800" cy="76200"/>
            </a:xfrm>
            <a:prstGeom prst="ellipse">
              <a:avLst/>
            </a:prstGeom>
            <a:grp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Line Callout 2 (No Border) 13"/>
          <p:cNvSpPr/>
          <p:nvPr/>
        </p:nvSpPr>
        <p:spPr>
          <a:xfrm>
            <a:off x="7086600" y="2940105"/>
            <a:ext cx="1562746" cy="55706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862"/>
              <a:gd name="adj6" fmla="val -3481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15473" y="2849306"/>
            <a:ext cx="16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Active Neurons</a:t>
            </a:r>
            <a:endParaRPr lang="en-US" dirty="0"/>
          </a:p>
        </p:txBody>
      </p:sp>
      <p:sp>
        <p:nvSpPr>
          <p:cNvPr id="51" name="Line Callout 2 (No Border) 50"/>
          <p:cNvSpPr/>
          <p:nvPr/>
        </p:nvSpPr>
        <p:spPr>
          <a:xfrm>
            <a:off x="7469069" y="984489"/>
            <a:ext cx="1562746" cy="55706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862"/>
              <a:gd name="adj6" fmla="val -3481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315200" y="929840"/>
            <a:ext cx="1562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Dendrites</a:t>
            </a:r>
            <a:endParaRPr lang="en-US" dirty="0"/>
          </a:p>
        </p:txBody>
      </p:sp>
      <p:sp>
        <p:nvSpPr>
          <p:cNvPr id="54" name="Line Callout 2 (No Border) 53"/>
          <p:cNvSpPr/>
          <p:nvPr/>
        </p:nvSpPr>
        <p:spPr>
          <a:xfrm>
            <a:off x="7162800" y="2191488"/>
            <a:ext cx="1562746" cy="55706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862"/>
              <a:gd name="adj6" fmla="val -3481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cvcv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991673" y="2104561"/>
            <a:ext cx="148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Axons</a:t>
            </a:r>
            <a:endParaRPr lang="en-US" dirty="0"/>
          </a:p>
        </p:txBody>
      </p:sp>
      <p:sp>
        <p:nvSpPr>
          <p:cNvPr id="19" name="Line Callout 1 (No Border) 18"/>
          <p:cNvSpPr/>
          <p:nvPr/>
        </p:nvSpPr>
        <p:spPr>
          <a:xfrm>
            <a:off x="1295400" y="5029200"/>
            <a:ext cx="1424873" cy="685800"/>
          </a:xfrm>
          <a:prstGeom prst="callout1">
            <a:avLst>
              <a:gd name="adj1" fmla="val 18750"/>
              <a:gd name="adj2" fmla="val -8333"/>
              <a:gd name="adj3" fmla="val -69779"/>
              <a:gd name="adj4" fmla="val -3508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07839" y="50027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Cerebral Blood Flow</a:t>
            </a:r>
            <a:endParaRPr lang="en-US" dirty="0"/>
          </a:p>
        </p:txBody>
      </p:sp>
      <p:sp>
        <p:nvSpPr>
          <p:cNvPr id="55" name="Line Callout 1 (No Border) 54"/>
          <p:cNvSpPr/>
          <p:nvPr/>
        </p:nvSpPr>
        <p:spPr>
          <a:xfrm>
            <a:off x="5360123" y="5002768"/>
            <a:ext cx="1424873" cy="685800"/>
          </a:xfrm>
          <a:prstGeom prst="callout1">
            <a:avLst>
              <a:gd name="adj1" fmla="val 18750"/>
              <a:gd name="adj2" fmla="val -8333"/>
              <a:gd name="adj3" fmla="val -69779"/>
              <a:gd name="adj4" fmla="val -3508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187927" y="4976664"/>
            <a:ext cx="155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Glucose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52691" y="162580"/>
            <a:ext cx="7997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Diagram of Neuron Decay From Bright Strike Attack</a:t>
            </a:r>
            <a:endParaRPr lang="en-US" sz="2800" b="1" dirty="0"/>
          </a:p>
        </p:txBody>
      </p:sp>
      <p:sp>
        <p:nvSpPr>
          <p:cNvPr id="23" name="Rectangle 22"/>
          <p:cNvSpPr/>
          <p:nvPr/>
        </p:nvSpPr>
        <p:spPr>
          <a:xfrm>
            <a:off x="2680411" y="5688568"/>
            <a:ext cx="4001749" cy="1017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677847" y="5688568"/>
            <a:ext cx="40043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Before Bright Strike Attack</a:t>
            </a:r>
            <a:endParaRPr lang="en-US" sz="3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2667000" y="5704582"/>
            <a:ext cx="40043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During Bright Strike Attack</a:t>
            </a:r>
            <a:endParaRPr lang="en-US" sz="3200" b="1" dirty="0"/>
          </a:p>
        </p:txBody>
      </p:sp>
      <p:sp>
        <p:nvSpPr>
          <p:cNvPr id="25" name="Lightning Bolt 24"/>
          <p:cNvSpPr/>
          <p:nvPr/>
        </p:nvSpPr>
        <p:spPr>
          <a:xfrm>
            <a:off x="5201528" y="2951379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Lightning Bolt 57"/>
          <p:cNvSpPr/>
          <p:nvPr/>
        </p:nvSpPr>
        <p:spPr>
          <a:xfrm rot="1130758">
            <a:off x="3484323" y="3044581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ightning Bolt 61"/>
          <p:cNvSpPr/>
          <p:nvPr/>
        </p:nvSpPr>
        <p:spPr>
          <a:xfrm>
            <a:off x="1943262" y="3244023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Lightning Bolt 62"/>
          <p:cNvSpPr/>
          <p:nvPr/>
        </p:nvSpPr>
        <p:spPr>
          <a:xfrm rot="3014149">
            <a:off x="7107582" y="3056668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Lightning Bolt 63"/>
          <p:cNvSpPr/>
          <p:nvPr/>
        </p:nvSpPr>
        <p:spPr>
          <a:xfrm rot="11009213">
            <a:off x="4286838" y="4471397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Lightning Bolt 64"/>
          <p:cNvSpPr/>
          <p:nvPr/>
        </p:nvSpPr>
        <p:spPr>
          <a:xfrm rot="11009213">
            <a:off x="6508231" y="4497830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Lightning Bolt 65"/>
          <p:cNvSpPr/>
          <p:nvPr/>
        </p:nvSpPr>
        <p:spPr>
          <a:xfrm rot="16006025">
            <a:off x="1637582" y="4315021"/>
            <a:ext cx="476563" cy="1062740"/>
          </a:xfrm>
          <a:prstGeom prst="lightningBol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xplosion 1 25"/>
          <p:cNvSpPr/>
          <p:nvPr/>
        </p:nvSpPr>
        <p:spPr>
          <a:xfrm>
            <a:off x="1907916" y="4014119"/>
            <a:ext cx="2247125" cy="820858"/>
          </a:xfrm>
          <a:prstGeom prst="irregularSeal1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Explosion 1 66"/>
          <p:cNvSpPr/>
          <p:nvPr/>
        </p:nvSpPr>
        <p:spPr>
          <a:xfrm>
            <a:off x="3959809" y="3860678"/>
            <a:ext cx="2247125" cy="820858"/>
          </a:xfrm>
          <a:prstGeom prst="irregularSeal1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xplosion 1 67"/>
          <p:cNvSpPr/>
          <p:nvPr/>
        </p:nvSpPr>
        <p:spPr>
          <a:xfrm>
            <a:off x="5855975" y="3860677"/>
            <a:ext cx="1858042" cy="735573"/>
          </a:xfrm>
          <a:prstGeom prst="irregularSeal1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loud 68"/>
          <p:cNvSpPr/>
          <p:nvPr/>
        </p:nvSpPr>
        <p:spPr>
          <a:xfrm>
            <a:off x="1981200" y="3962400"/>
            <a:ext cx="2643560" cy="723900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loud 69"/>
          <p:cNvSpPr/>
          <p:nvPr/>
        </p:nvSpPr>
        <p:spPr>
          <a:xfrm rot="11014669">
            <a:off x="5446869" y="3721144"/>
            <a:ext cx="2060264" cy="760372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loud 70"/>
          <p:cNvSpPr/>
          <p:nvPr/>
        </p:nvSpPr>
        <p:spPr>
          <a:xfrm rot="10555405">
            <a:off x="3730333" y="3750650"/>
            <a:ext cx="2643560" cy="723900"/>
          </a:xfrm>
          <a:prstGeom prst="clou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Line Callout 2 (No Border) 94"/>
          <p:cNvSpPr/>
          <p:nvPr/>
        </p:nvSpPr>
        <p:spPr>
          <a:xfrm>
            <a:off x="113654" y="2533998"/>
            <a:ext cx="1562746" cy="557065"/>
          </a:xfrm>
          <a:prstGeom prst="callout2">
            <a:avLst>
              <a:gd name="adj1" fmla="val 18750"/>
              <a:gd name="adj2" fmla="val 105729"/>
              <a:gd name="adj3" fmla="val 18750"/>
              <a:gd name="adj4" fmla="val 113690"/>
              <a:gd name="adj5" fmla="val 138079"/>
              <a:gd name="adj6" fmla="val 12476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09227" y="2194337"/>
            <a:ext cx="1562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/>
              <a:t>Endothermic Energy From Bright Strike Attack</a:t>
            </a:r>
            <a:endParaRPr lang="en-US" sz="1400" dirty="0"/>
          </a:p>
        </p:txBody>
      </p:sp>
      <p:sp>
        <p:nvSpPr>
          <p:cNvPr id="96" name="Line Callout 1 (No Border) 95"/>
          <p:cNvSpPr/>
          <p:nvPr/>
        </p:nvSpPr>
        <p:spPr>
          <a:xfrm>
            <a:off x="7708309" y="4775652"/>
            <a:ext cx="1424873" cy="685800"/>
          </a:xfrm>
          <a:prstGeom prst="callout1">
            <a:avLst>
              <a:gd name="adj1" fmla="val 18750"/>
              <a:gd name="adj2" fmla="val -8333"/>
              <a:gd name="adj3" fmla="val -69779"/>
              <a:gd name="adj4" fmla="val -3508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59021" y="4775652"/>
            <a:ext cx="1424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Decomposition of Glucose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7543800" y="4797623"/>
            <a:ext cx="166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Acidic Pockets</a:t>
            </a:r>
            <a:endParaRPr lang="en-US" sz="1400" dirty="0"/>
          </a:p>
        </p:txBody>
      </p:sp>
      <p:grpSp>
        <p:nvGrpSpPr>
          <p:cNvPr id="28" name="Group 27"/>
          <p:cNvGrpSpPr/>
          <p:nvPr/>
        </p:nvGrpSpPr>
        <p:grpSpPr>
          <a:xfrm rot="208352">
            <a:off x="1914456" y="3504978"/>
            <a:ext cx="5706290" cy="1613456"/>
            <a:chOff x="1921778" y="3582600"/>
            <a:chExt cx="5706290" cy="1108922"/>
          </a:xfrm>
        </p:grpSpPr>
        <p:sp>
          <p:nvSpPr>
            <p:cNvPr id="27" name="Explosion 2 26"/>
            <p:cNvSpPr/>
            <p:nvPr/>
          </p:nvSpPr>
          <p:spPr>
            <a:xfrm rot="619769">
              <a:off x="1921778" y="3895145"/>
              <a:ext cx="2138558" cy="796377"/>
            </a:xfrm>
            <a:prstGeom prst="irregularSeal2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Explosion 2 96"/>
            <p:cNvSpPr/>
            <p:nvPr/>
          </p:nvSpPr>
          <p:spPr>
            <a:xfrm rot="21290859">
              <a:off x="2286106" y="3847630"/>
              <a:ext cx="2138558" cy="796377"/>
            </a:xfrm>
            <a:prstGeom prst="irregularSeal2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Explosion 2 97"/>
            <p:cNvSpPr/>
            <p:nvPr/>
          </p:nvSpPr>
          <p:spPr>
            <a:xfrm rot="10800000">
              <a:off x="3221565" y="3696672"/>
              <a:ext cx="2138558" cy="796377"/>
            </a:xfrm>
            <a:prstGeom prst="irregularSeal2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Explosion 2 100"/>
            <p:cNvSpPr/>
            <p:nvPr/>
          </p:nvSpPr>
          <p:spPr>
            <a:xfrm rot="619769">
              <a:off x="5489510" y="3653466"/>
              <a:ext cx="2138558" cy="796377"/>
            </a:xfrm>
            <a:prstGeom prst="irregularSeal2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Explosion 2 99"/>
            <p:cNvSpPr/>
            <p:nvPr/>
          </p:nvSpPr>
          <p:spPr>
            <a:xfrm rot="10251319">
              <a:off x="5313670" y="3582600"/>
              <a:ext cx="2138558" cy="796377"/>
            </a:xfrm>
            <a:prstGeom prst="irregularSeal2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Explosion 2 98"/>
            <p:cNvSpPr/>
            <p:nvPr/>
          </p:nvSpPr>
          <p:spPr>
            <a:xfrm rot="620736">
              <a:off x="4550594" y="3608048"/>
              <a:ext cx="2138558" cy="796377"/>
            </a:xfrm>
            <a:prstGeom prst="irregularSeal2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1266263" y="5461452"/>
            <a:ext cx="609600" cy="3429000"/>
            <a:chOff x="533400" y="2590800"/>
            <a:chExt cx="609600" cy="3429000"/>
          </a:xfrm>
        </p:grpSpPr>
        <p:sp>
          <p:nvSpPr>
            <p:cNvPr id="103" name="Rounded Rectangle 102"/>
            <p:cNvSpPr/>
            <p:nvPr/>
          </p:nvSpPr>
          <p:spPr>
            <a:xfrm>
              <a:off x="533400" y="2590800"/>
              <a:ext cx="609600" cy="342900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838200" y="2828437"/>
              <a:ext cx="304800" cy="2957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2689493" y="5658475"/>
            <a:ext cx="40043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After Bright Strike Attack</a:t>
            </a:r>
            <a:endParaRPr lang="en-US" sz="3200" b="1" dirty="0"/>
          </a:p>
        </p:txBody>
      </p:sp>
      <p:sp>
        <p:nvSpPr>
          <p:cNvPr id="106" name="TextBox 105"/>
          <p:cNvSpPr txBox="1"/>
          <p:nvPr/>
        </p:nvSpPr>
        <p:spPr>
          <a:xfrm>
            <a:off x="7543800" y="4810780"/>
            <a:ext cx="1424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Neutralization of Acid to Salts</a:t>
            </a:r>
            <a:endParaRPr lang="en-US" sz="14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895454" y="2831068"/>
            <a:ext cx="16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Neuron Decay</a:t>
            </a:r>
            <a:endParaRPr lang="en-US" dirty="0"/>
          </a:p>
        </p:txBody>
      </p:sp>
      <p:sp>
        <p:nvSpPr>
          <p:cNvPr id="108" name="Explosion 1 107"/>
          <p:cNvSpPr/>
          <p:nvPr/>
        </p:nvSpPr>
        <p:spPr>
          <a:xfrm rot="20355813">
            <a:off x="1784401" y="5452462"/>
            <a:ext cx="1296616" cy="838933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0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53" presetClass="entr" presetSubtype="16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9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500"/>
                            </p:stCondLst>
                            <p:childTnLst>
                              <p:par>
                                <p:cTn id="157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000"/>
                            </p:stCondLst>
                            <p:childTnLst>
                              <p:par>
                                <p:cTn id="24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2500"/>
                            </p:stCondLst>
                            <p:childTnLst>
                              <p:par>
                                <p:cTn id="2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000"/>
                            </p:stCondLst>
                            <p:childTnLst>
                              <p:par>
                                <p:cTn id="26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500"/>
                            </p:stCondLst>
                            <p:childTnLst>
                              <p:par>
                                <p:cTn id="2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34" grpId="0" animBg="1"/>
      <p:bldP spid="30" grpId="0" animBg="1"/>
      <p:bldP spid="30" grpId="1" animBg="1"/>
      <p:bldP spid="32" grpId="0" animBg="1"/>
      <p:bldP spid="32" grpId="1" animBg="1"/>
      <p:bldP spid="31" grpId="0" animBg="1"/>
      <p:bldP spid="31" grpId="1" animBg="1"/>
      <p:bldP spid="33" grpId="0" animBg="1"/>
      <p:bldP spid="15" grpId="0"/>
      <p:bldP spid="23" grpId="0" animBg="1"/>
      <p:bldP spid="24" grpId="0"/>
      <p:bldP spid="24" grpId="1"/>
      <p:bldP spid="56" grpId="0"/>
      <p:bldP spid="56" grpId="1"/>
      <p:bldP spid="25" grpId="0" animBg="1"/>
      <p:bldP spid="25" grpId="1" animBg="1"/>
      <p:bldP spid="58" grpId="0" animBg="1"/>
      <p:bldP spid="58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26" grpId="0" animBg="1"/>
      <p:bldP spid="2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69" grpId="2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95" grpId="0" animBg="1"/>
      <p:bldP spid="12" grpId="0"/>
      <p:bldP spid="96" grpId="0" animBg="1"/>
      <p:bldP spid="13" grpId="0"/>
      <p:bldP spid="13" grpId="1"/>
      <p:bldP spid="17" grpId="0"/>
      <p:bldP spid="17" grpId="1"/>
      <p:bldP spid="105" grpId="0"/>
      <p:bldP spid="106" grpId="0"/>
      <p:bldP spid="107" grpId="0"/>
      <p:bldP spid="10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/>
          <p:cNvSpPr/>
          <p:nvPr/>
        </p:nvSpPr>
        <p:spPr>
          <a:xfrm rot="20914768" flipV="1">
            <a:off x="451154" y="2523637"/>
            <a:ext cx="3429000" cy="2590800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oud 4"/>
          <p:cNvSpPr/>
          <p:nvPr/>
        </p:nvSpPr>
        <p:spPr>
          <a:xfrm rot="20914768" flipV="1">
            <a:off x="4867834" y="2447437"/>
            <a:ext cx="3429000" cy="2590800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xplosion 2 5"/>
          <p:cNvSpPr/>
          <p:nvPr/>
        </p:nvSpPr>
        <p:spPr>
          <a:xfrm>
            <a:off x="5687065" y="3182499"/>
            <a:ext cx="647974" cy="572389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xplosion 2 6"/>
          <p:cNvSpPr/>
          <p:nvPr/>
        </p:nvSpPr>
        <p:spPr>
          <a:xfrm rot="4044628">
            <a:off x="6656491" y="2940327"/>
            <a:ext cx="807856" cy="83564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xplosion 2 7"/>
          <p:cNvSpPr/>
          <p:nvPr/>
        </p:nvSpPr>
        <p:spPr>
          <a:xfrm rot="20858053">
            <a:off x="6322055" y="3821140"/>
            <a:ext cx="482619" cy="56150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xplosion 2 8"/>
          <p:cNvSpPr/>
          <p:nvPr/>
        </p:nvSpPr>
        <p:spPr>
          <a:xfrm rot="17125568">
            <a:off x="5421151" y="4076846"/>
            <a:ext cx="732345" cy="670228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xplosion 2 9"/>
          <p:cNvSpPr/>
          <p:nvPr/>
        </p:nvSpPr>
        <p:spPr>
          <a:xfrm rot="19094860">
            <a:off x="7183931" y="3757603"/>
            <a:ext cx="807856" cy="83564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28600" y="15240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Long Term Brain Damage From Bright Strike Attack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26467" y="1923327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Healthy Brain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725785" y="1784827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Brain with “Salt Deposits” From </a:t>
            </a:r>
          </a:p>
          <a:p>
            <a:pPr algn="ctr"/>
            <a:r>
              <a:rPr lang="en-US" b="1" dirty="0" smtClean="0"/>
              <a:t>Bright Strike Attacks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725785" y="5181600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Impedes Cerebral Blood Flow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Stops Neurological Growth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Severe Brain Disorders and Damage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1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xplosion 1 38"/>
          <p:cNvSpPr/>
          <p:nvPr/>
        </p:nvSpPr>
        <p:spPr>
          <a:xfrm>
            <a:off x="1815357" y="4800600"/>
            <a:ext cx="1080243" cy="609600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922819" y="1295400"/>
            <a:ext cx="4535381" cy="4953000"/>
            <a:chOff x="3922819" y="1295400"/>
            <a:chExt cx="4535381" cy="4953000"/>
          </a:xfrm>
        </p:grpSpPr>
        <p:sp>
          <p:nvSpPr>
            <p:cNvPr id="5" name="Flowchart: Manual Input 4"/>
            <p:cNvSpPr/>
            <p:nvPr/>
          </p:nvSpPr>
          <p:spPr>
            <a:xfrm rot="5651096" flipV="1">
              <a:off x="3641278" y="3645144"/>
              <a:ext cx="1020284" cy="457201"/>
            </a:xfrm>
            <a:prstGeom prst="flowChartManualInpu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114800" y="1295400"/>
              <a:ext cx="4343400" cy="495300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hord 6"/>
            <p:cNvSpPr/>
            <p:nvPr/>
          </p:nvSpPr>
          <p:spPr>
            <a:xfrm rot="1266428">
              <a:off x="3987415" y="2783558"/>
              <a:ext cx="762000" cy="757481"/>
            </a:xfrm>
            <a:prstGeom prst="chor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995802" y="2935958"/>
              <a:ext cx="234645" cy="45268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002587" y="3047999"/>
              <a:ext cx="76200" cy="2286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ie 9"/>
            <p:cNvSpPr/>
            <p:nvPr/>
          </p:nvSpPr>
          <p:spPr>
            <a:xfrm rot="13446877">
              <a:off x="4210239" y="4937548"/>
              <a:ext cx="609600" cy="533400"/>
            </a:xfrm>
            <a:prstGeom prst="pi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Flowchart: Stored Data 10"/>
          <p:cNvSpPr/>
          <p:nvPr/>
        </p:nvSpPr>
        <p:spPr>
          <a:xfrm>
            <a:off x="3762287" y="2507519"/>
            <a:ext cx="228600" cy="1259558"/>
          </a:xfrm>
          <a:prstGeom prst="flowChartOnlineStorag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Stored Data 11"/>
          <p:cNvSpPr/>
          <p:nvPr/>
        </p:nvSpPr>
        <p:spPr>
          <a:xfrm>
            <a:off x="3724187" y="2507519"/>
            <a:ext cx="114300" cy="1259558"/>
          </a:xfrm>
          <a:prstGeom prst="flowChartOnline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533400" y="2590800"/>
            <a:ext cx="609600" cy="3429000"/>
            <a:chOff x="533400" y="2590800"/>
            <a:chExt cx="609600" cy="3429000"/>
          </a:xfrm>
        </p:grpSpPr>
        <p:sp>
          <p:nvSpPr>
            <p:cNvPr id="14" name="Rounded Rectangle 13"/>
            <p:cNvSpPr/>
            <p:nvPr/>
          </p:nvSpPr>
          <p:spPr>
            <a:xfrm>
              <a:off x="533400" y="2590800"/>
              <a:ext cx="609600" cy="342900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8200" y="2828437"/>
              <a:ext cx="304800" cy="2957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Explosion 1 15"/>
          <p:cNvSpPr/>
          <p:nvPr/>
        </p:nvSpPr>
        <p:spPr>
          <a:xfrm rot="20355813">
            <a:off x="1134584" y="2557217"/>
            <a:ext cx="1752600" cy="1133963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65842" y="3652831"/>
            <a:ext cx="519958" cy="1147769"/>
          </a:xfrm>
          <a:prstGeom prst="ellipse">
            <a:avLst/>
          </a:prstGeom>
          <a:solidFill>
            <a:srgbClr val="FFCC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-214259" y="4114800"/>
            <a:ext cx="2029616" cy="2438400"/>
            <a:chOff x="-214259" y="4114800"/>
            <a:chExt cx="2029616" cy="2438400"/>
          </a:xfrm>
        </p:grpSpPr>
        <p:sp>
          <p:nvSpPr>
            <p:cNvPr id="19" name="Oval 18"/>
            <p:cNvSpPr/>
            <p:nvPr/>
          </p:nvSpPr>
          <p:spPr>
            <a:xfrm>
              <a:off x="165842" y="4114800"/>
              <a:ext cx="1649515" cy="2438400"/>
            </a:xfrm>
            <a:prstGeom prst="ellipse">
              <a:avLst/>
            </a:prstGeom>
            <a:solidFill>
              <a:srgbClr val="FFCCCC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-214259" y="4452337"/>
              <a:ext cx="685800" cy="20131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ight Arrow 21"/>
          <p:cNvSpPr/>
          <p:nvPr/>
        </p:nvSpPr>
        <p:spPr>
          <a:xfrm>
            <a:off x="2895600" y="3047999"/>
            <a:ext cx="762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 rot="18811120">
            <a:off x="3354299" y="2328068"/>
            <a:ext cx="190500" cy="60727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Up Arrow 23"/>
          <p:cNvSpPr/>
          <p:nvPr/>
        </p:nvSpPr>
        <p:spPr>
          <a:xfrm rot="13064242">
            <a:off x="3357934" y="3317849"/>
            <a:ext cx="202739" cy="60727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2514600" y="4800601"/>
            <a:ext cx="3200400" cy="1970814"/>
            <a:chOff x="2514600" y="4800601"/>
            <a:chExt cx="3200400" cy="1970814"/>
          </a:xfrm>
        </p:grpSpPr>
        <p:sp>
          <p:nvSpPr>
            <p:cNvPr id="35" name="Rectangle 34"/>
            <p:cNvSpPr/>
            <p:nvPr/>
          </p:nvSpPr>
          <p:spPr>
            <a:xfrm>
              <a:off x="3735321" y="5607895"/>
              <a:ext cx="1563580" cy="116352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514600" y="4800601"/>
              <a:ext cx="3200400" cy="1752599"/>
              <a:chOff x="2514600" y="4800601"/>
              <a:chExt cx="3200400" cy="1752599"/>
            </a:xfrm>
          </p:grpSpPr>
          <p:sp>
            <p:nvSpPr>
              <p:cNvPr id="25" name="Flowchart: Direct Access Storage 24"/>
              <p:cNvSpPr/>
              <p:nvPr/>
            </p:nvSpPr>
            <p:spPr>
              <a:xfrm>
                <a:off x="2514600" y="4800601"/>
                <a:ext cx="1715847" cy="533399"/>
              </a:xfrm>
              <a:prstGeom prst="flowChartMagneticDrum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lowchart: Direct Access Storage 25"/>
              <p:cNvSpPr/>
              <p:nvPr/>
            </p:nvSpPr>
            <p:spPr>
              <a:xfrm>
                <a:off x="3408987" y="4800601"/>
                <a:ext cx="1642919" cy="1338863"/>
              </a:xfrm>
              <a:prstGeom prst="flowChartMagneticDrum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3507287" y="4930597"/>
                <a:ext cx="1066800" cy="248991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3429000" y="5410200"/>
                <a:ext cx="1066800" cy="248991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486368" y="5837196"/>
                <a:ext cx="1066800" cy="248991"/>
              </a:xfrm>
              <a:prstGeom prst="ellipse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Snip Single Corner Rectangle 29"/>
              <p:cNvSpPr/>
              <p:nvPr/>
            </p:nvSpPr>
            <p:spPr>
              <a:xfrm>
                <a:off x="4648200" y="5221947"/>
                <a:ext cx="1066800" cy="1331253"/>
              </a:xfrm>
              <a:prstGeom prst="snip1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" name="Rectangle 31"/>
          <p:cNvSpPr/>
          <p:nvPr/>
        </p:nvSpPr>
        <p:spPr>
          <a:xfrm>
            <a:off x="4943270" y="4930597"/>
            <a:ext cx="381000" cy="29413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86200" y="6184826"/>
            <a:ext cx="1381213" cy="48993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4495800" y="5534695"/>
            <a:ext cx="3976128" cy="2256600"/>
            <a:chOff x="4495800" y="5534695"/>
            <a:chExt cx="3976128" cy="2256600"/>
          </a:xfrm>
        </p:grpSpPr>
        <p:sp>
          <p:nvSpPr>
            <p:cNvPr id="33" name="Oval 32"/>
            <p:cNvSpPr/>
            <p:nvPr/>
          </p:nvSpPr>
          <p:spPr>
            <a:xfrm>
              <a:off x="4495800" y="5534695"/>
              <a:ext cx="1752600" cy="169880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 rot="1518999">
              <a:off x="5557496" y="6269620"/>
              <a:ext cx="2914432" cy="152167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Cloud 39"/>
          <p:cNvSpPr/>
          <p:nvPr/>
        </p:nvSpPr>
        <p:spPr>
          <a:xfrm>
            <a:off x="-366659" y="3276599"/>
            <a:ext cx="1509659" cy="2793990"/>
          </a:xfrm>
          <a:prstGeom prst="clou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28641" y="152400"/>
            <a:ext cx="8528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Bright Strike Device Defense With Thin Film Eye Protection.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2068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094 0.00254 0.02118 0.00347 0.03246 0.00347 " pathEditMode="relative" ptsTypes="fA">
                                      <p:cBhvr>
                                        <p:cTn id="5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92 0.00832 -0.0092 0.00879 -0.02083 0.00879 " pathEditMode="relative" ptsTypes="fA">
                                      <p:cBhvr>
                                        <p:cTn id="5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32" grpId="0" animBg="1"/>
      <p:bldP spid="32" grpId="1" animBg="1"/>
      <p:bldP spid="34" grpId="0" animBg="1"/>
      <p:bldP spid="34" grpId="1" animBg="1"/>
      <p:bldP spid="4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125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DSHS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Joseph Smitth Junior.,</dc:creator>
  <cp:lastModifiedBy>Edward Joseph Smitth Junior.,</cp:lastModifiedBy>
  <cp:revision>42</cp:revision>
  <dcterms:created xsi:type="dcterms:W3CDTF">2019-05-11T16:15:47Z</dcterms:created>
  <dcterms:modified xsi:type="dcterms:W3CDTF">2019-05-13T22:13:30Z</dcterms:modified>
</cp:coreProperties>
</file>